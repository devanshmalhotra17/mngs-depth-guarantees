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Sequencing Depth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for Divergent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Detection in Clinical mNGS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E9A84C"/>
          </a:solidFill>
          <a:ln w="12700">
            <a:solidFill>
              <a:srgbClr val="E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88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combinatorial and information-theoretic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4787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Research Competition  · 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4526280"/>
            <a:ext cx="100584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12280" y="4526280"/>
            <a:ext cx="100584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Biosecurity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55280" y="4526280"/>
            <a:ext cx="100584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The Cost of Not Detecting a Pathogen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3566160" cy="3931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Stakes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27632" y="1481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deaths / year globally (WHO)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27632" y="2231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culture-based diagnosis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169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27632" y="2980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mNGS turnaround time in research settings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6674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27632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mNGS failures trace to divergent strains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868680"/>
            <a:ext cx="480060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960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1371600"/>
            <a:ext cx="43891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metagenomic sequencing (mNGS) detects pathogens by matching sequenced reads against a reference database. When a pathogen is genetically divergent from any known reference — as in novel outbreak strains — exact k-mer matches fail.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4389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practice: validate sensitivity empirically per pathogen, per assay, per platform. No general formula exists.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108960"/>
            <a:ext cx="4389120" cy="1508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200400"/>
            <a:ext cx="4206240" cy="1325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provides the first closed-form depth guarantee — jointly as a function of abundance, divergence, k-mer length, and target error rate.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clinical sample where a pathogen is present at relative abundance p with per-base genomic divergence μ from the nearest reference, what is the minimum sequencing depth T that provably guarantees detection with false-negative rate ≤ δ — as a function of p, μ, classifier k-mer length w, and read length L?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2606040" cy="1783080"/>
          </a:xfrm>
          <a:prstGeom prst="rect">
            <a:avLst/>
          </a:prstGeom>
          <a:solidFill>
            <a:srgbClr val="D1EAE8"/>
          </a:solidFill>
          <a:ln w="12700">
            <a:solidFill>
              <a:srgbClr val="D1E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4930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derive a tight lower bound T*(p, μ, w, L, δ)?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3063240"/>
            <a:ext cx="2606040" cy="178308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34930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hard boundary μc beyond which no reference-based classifier can guarantee detection?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063240"/>
            <a:ext cx="2606040" cy="17830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34930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optimal k-mer length w* that minimizes T* subject to a false-positive constraint?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The Three-Tier Divergence Framework  (Definition 1.1)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2834640" cy="3931920"/>
          </a:xfrm>
          <a:prstGeom prst="rect">
            <a:avLst/>
          </a:prstGeom>
          <a:solidFill>
            <a:srgbClr val="E8F8EE"/>
          </a:solidFill>
          <a:ln w="12700">
            <a:solidFill>
              <a:srgbClr val="E8F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Known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reference in database. All w-mers match. Detection trivially guaranteed at any depth.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SARS-CoV-2 Wuhan vs Wuhan reference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834640" cy="3931920"/>
          </a:xfrm>
          <a:prstGeom prst="rect">
            <a:avLst/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9601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Divergent — Detectable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 μ ≤ μc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Reference-based classifier can still guarantee detection within practical sequencing budget Tmax. q(w, L, μ) &gt; 0.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SARS-CoV-2 Wuhan vs Omicron BA.1 (μ ≈ 0.0017)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868680"/>
            <a:ext cx="2834640" cy="3931920"/>
          </a:xfrm>
          <a:prstGeom prst="rect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9601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Effectively Novel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&gt; μc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reference-based w-mer classifier can guarantee detection within budget. Reference-free methods required.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SARS-CoV-2 vs SARS-CoV-1 (μ ≈ 0.20)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Bridge: Informative-Read Probability  q(w, L, μ)  (Definition 1.2)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393192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"informative read"?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of length L from the pathogen is informative if it contains at least one w-mer (substring of length w) that exactly matches the corresponding window in the reference sequence.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independent-substitution model (each base matches reference with probability 1−μ):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3749040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q(w, L, μ) = 1 − PL(w, 1−μ)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673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= P(no run of w consecutive matches in L Bernoulli(1−μ) trials)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868680"/>
            <a:ext cx="4434840" cy="3931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computation: the linear recurrence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 = Σ (1−μ)ʲ · μ · P(n−j−1)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j = 0, …, min(n,w)−1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P₀ = 1    (base case)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classical run-length problem: what is the probability that L Bernoulli(1−μ) trials contain no run of w consecutive successes?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4564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Poisson approximation widely used in the field fails for low μ (overestimates q by up to 70%). The exact recurrence is essential.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 — Minimum Sequencing Depth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1691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 (Minimum depth)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sequencing depth guaranteeing δ-detection is: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T*(p, μ, w, L, δ) = ⌈ ln(1/δ) / −ln(1 − p·q(w,L,μ)) ⌉  ≥  ⌈ ln(1/δ) / (p·q(w,L,μ)) 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sketch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03580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 is an informative pathogen read independently with probability  p · q(w, L, μ).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83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 informative read in T draws) = (1 − pq)ᵀ.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005072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(1 − pq)ᵀ ≤ δ  →  T ≥ ln(δ) / ln(1−pq).  Ceiling gives exact integer minimum.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489704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53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approximation −ln(1−x) ≥ x  gives the right-hand form.  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651760"/>
            <a:ext cx="324612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715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(Monotonicity)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30175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is strictly increasing in μ and in w for all μ ∈ (0,1), w ≥ 1, L &gt; 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 — Critical Divergence  μc  (The Tier 2 / Tier 3 Boundary)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 (Critical divergence)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52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w, L, p, δ, Tmax.  Define  μc = sup{ μ : T*(p,μ,w,L,δ) ≤ Tmax }.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μc is the unique solution to   p · q(w, L, μc) = ln(1/δ) / Tmax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2834640" cy="2240280"/>
          </a:xfrm>
          <a:prstGeom prst="rect">
            <a:avLst/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≤ μc  (Tier 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guaranteed within budget Tmax. The exact recurrence gives μc via bisection in O(wL) 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560320"/>
            <a:ext cx="2834640" cy="2240280"/>
          </a:xfrm>
          <a:prstGeom prst="rect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&gt; μc  (Tier 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&gt; Tmax for any w-mer classifier. Reference-free methods required — the boundary is provably hard.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834640" cy="2240280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μc depends on Tmax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reads L raise μc for all other fixed params — formal justification for long-read platforms in novel pathogen detection.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p=10⁻⁴, w=24, L=150, δ=0.01, Tmax=100k: μc = 0.1349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3 — Optimal Classifier Window Length  w*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1691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3 (Optimal w)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false-positive rate for a single w-mer query against a database of Q sequences (avg length navg) is: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PFP(w) ≈ Q·navg / 4w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5179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PFP(w) ≤ α, the optimal window minimizing T* is: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420624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w* = ⌈ log₄( Q · navg / α ) 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651760"/>
            <a:ext cx="4206240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724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Q=5000, navg=15000, α=10⁻⁶  →  w* = ⌈log₄(7.5×10¹³)⌉ = ⌈23.1⌉ = 24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3547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sensitivity–specificity tradeoff: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858768"/>
            <a:ext cx="10515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858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&lt; w*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8770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positives (PFP &gt; α). Violates specificity constraint.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206240"/>
            <a:ext cx="105156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206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w*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2245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T* among all valid w. Optimal.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553712"/>
            <a:ext cx="1051560" cy="274320"/>
          </a:xfrm>
          <a:prstGeom prst="rect">
            <a:avLst/>
          </a:prstGeom>
          <a:solidFill>
            <a:srgbClr val="E9A84C"/>
          </a:solidFill>
          <a:ln w="12700">
            <a:solidFill>
              <a:srgbClr val="E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553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&gt; w*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45720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increases strictly; cost diverges as μ → μc. Provably suboptimal.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Theoretical vs. Empirical Detection Rate</a:t>
            </a:r>
            <a:endParaRPr lang="en-US" sz="2800" dirty="0"/>
          </a:p>
        </p:txBody>
      </p:sp>
      <p:pic>
        <p:nvPicPr>
          <p:cNvPr id="3" name="Image 0" descr="/home/claude/figs/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5669280" cy="3611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80760" y="841248"/>
            <a:ext cx="2788920" cy="3611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36208" y="914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36208" y="1325880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4808" y="12984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recurrence matches empirical rate to within 0.03 across all μ values.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36208" y="1920240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4808" y="1892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approximation diverges from exact q by up to 70% in low-μ regime.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36208" y="2514600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μc = 0.1349 correctly predicts the detection drop boundary.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6208" y="3108960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081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pathogens (μ &gt; μc) show detection rates well below 1 − δ at T = 100k.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10⁻⁴  |  w = 24  |  L = 150  |  T = 100,000  |  δ = 0.01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Optimal w* and the Cost of Over-Specification</a:t>
            </a:r>
            <a:endParaRPr lang="en-US" sz="2800" dirty="0"/>
          </a:p>
        </p:txBody>
      </p:sp>
      <p:pic>
        <p:nvPicPr>
          <p:cNvPr id="3" name="Image 0" descr="/home/claude/figs/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41248"/>
            <a:ext cx="86868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q(w, L, μ) drops steeply with w — faster for higher μ, validating the Corollary monotonicity.    Right: T*(w)/T*(w*) rises strictly from 1.0 at w*, confirming Theorem 3. The cost diverges as μ → μc = 0.1349.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Parameter Phase Diagram: When Is Detection Feasible?</a:t>
            </a:r>
            <a:endParaRPr lang="en-US" sz="2800" dirty="0"/>
          </a:p>
        </p:txBody>
      </p:sp>
      <p:pic>
        <p:nvPicPr>
          <p:cNvPr id="3" name="Image 0" descr="/home/claude/figs/fi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525780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0" y="841248"/>
            <a:ext cx="315468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70448" y="932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70448" y="1353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48272" y="1353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log₁₀ T* — yellow = easy, red = hard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70448" y="1947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48272" y="1947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10⁵ / 10⁶ / 10⁷ reads = current platform limits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70448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48272" y="2542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μc boundary for each depth limit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70448" y="3136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48272" y="3136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both p and μ are favorable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70448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divergent + rare = infeasible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Real Pathogen Genomes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77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05072" y="877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28032" y="877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q_exact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50992" y="877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Det. Theory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48272" y="877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Det. Empirical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36992" y="8778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|Δ|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61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SARS-CoV-2 Wuhan → Wuhan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05072" y="1261872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261872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50992" y="1261872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48272" y="1261872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36992" y="1261872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2821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7556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SARS-CoV-2 Wuhan → Omicron BA.1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05072" y="1755648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55648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0992" y="1755648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1755648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36992" y="1755648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21992"/>
            <a:ext cx="8595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221992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494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SARS-CoV-2 Wuhan → SARS-CoV-1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05072" y="2249424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249424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0.11875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50992" y="2249424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0.6950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48272" y="2249424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36992" y="2249424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271576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743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H3N2 HA: same season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05072" y="2743200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2743200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50992" y="2743200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48272" y="2743200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36992" y="2743200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209544"/>
            <a:ext cx="8595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2369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H3N2 HA: 1-year drift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05072" y="3236976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3236976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50992" y="3236976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48272" y="3236976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36992" y="3236976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70332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730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H3N2 HA: 5-year drift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005072" y="3730752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28032" y="3730752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0.98598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50992" y="3730752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48272" y="3730752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36992" y="3730752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197096"/>
            <a:ext cx="8595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197096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224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H3N2 vs H1N1 HA (cross-subtype)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005072" y="4224528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28032" y="4224528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0.00742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50992" y="4224528"/>
            <a:ext cx="10058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0.0715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748272" y="4224528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0.0750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936992" y="4224528"/>
            <a:ext cx="822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0.0035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754880"/>
            <a:ext cx="10972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736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(μ &gt; μc = 0.1349) — detection failure expected at T = 100k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943600" y="4736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Theory–empirical gap |Δ| ≤ 0.033 across all scenarios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4160520" cy="1965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3268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950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tight, closed-form depth bound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T*(p,μ,w,L,δ) = ⌈ ln(1/δ) / −ln(1−p·q) ⌉  gives the first provable guarantee jointly over all five clinical parameters.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160520" cy="1965960"/>
          </a:xfrm>
          <a:prstGeom prst="rect">
            <a:avLst/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3268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950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divergence μc is quantitative, not qualitative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64608" y="1426464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2 / Tier 3 boundary is solved exactly from one equation. For SARS-CoV-2 Wuhan at standard depth: μc = 0.135. SARS-CoV-1 (μ ≈ 0.20) is formally beyond the detectable regime.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44368"/>
            <a:ext cx="4160520" cy="1965960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35808"/>
            <a:ext cx="384048" cy="384048"/>
          </a:xfrm>
          <a:prstGeom prst="ellipse">
            <a:avLst/>
          </a:prstGeom>
          <a:solidFill>
            <a:srgbClr val="E9A84C"/>
          </a:solidFill>
          <a:ln w="12700">
            <a:solidFill>
              <a:srgbClr val="E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0540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 = 24 is proved, not just empirical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3529584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Q=5000, navg=15000, α=10⁻⁶: the optimal window is w* = ⌈log₄(7.5×10¹³)⌉ = 24 — the same value SecureDNA and others use, but now with a formal proof.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44368"/>
            <a:ext cx="4160520" cy="1965960"/>
          </a:xfrm>
          <a:prstGeom prst="rect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35808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0540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approximation fails in the most important regime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64608" y="3529584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μ &lt; 0.13, the Poisson approximation overestimates q by up to 70%. The exact linear recurrence is needed. This affects every published mNGS depth estimate that uses this approximation.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420624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Impact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350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diagnostic labs a design formula for minimum depth — replacing per-pathogen empirical guessing.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08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predicts which novel outbreak strains are detectable at standard clinical depth (Tier 2) vs. requiring reference-free methods (Tier 3).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066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applicable to CDC NWSS, WHO polio surveillance, and hospital sepsis workup protocols.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924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diagram (Fig. 3) is a deployable decision tool: given (p, μ) for a suspected pathogen, read off T* directly.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841248"/>
            <a:ext cx="4206240" cy="3977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model: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sequencing error rate e and non-uniform GC coverage into T*.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depletion: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effective abundance post-depletion and propagate uncertainty.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Multi-pathogen bound: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bound over D candidate pathogens for panel design.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bounds against published mNGS datasets with known pathogen divergence.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hospital metagenomics lab for real-world depth calibration.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closed-form sequencing depth bound: T*(p, μ, w, L, δ)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54864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formal definition of μc — the detectable divergence limit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54864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proof that w* = 24 is optimal (not just empirical)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54864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2666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approximation fails; exact linear recurrence is needed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54864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85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validated on real SARS-CoV-2, H3N2, H1N1 genomes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1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LaTeX proofs, and data available at: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[arXiv preprint — in preparation]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2026-08-14T23:01:44Z</dcterms:created>
  <dcterms:modified xsi:type="dcterms:W3CDTF">2026-08-14T23:01:44Z</dcterms:modified>
</cp:coreProperties>
</file>